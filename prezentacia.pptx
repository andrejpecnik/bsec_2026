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1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64671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5586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8761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9441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6625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1427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5593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2596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sk-S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8281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2264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3800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813046A-11F1-4BE8-A14E-F4370C4195E1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D21E56C3-7D74-470F-9CC0-223195B0906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00333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127.0.0.1:500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545176-0CD1-4EE4-9063-A071470E3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B35F32-8C3E-4AF2-A037-2D00C4CF1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8898523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44A519-D5E0-B9C2-70F7-BFE51E189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>
            <a:normAutofit/>
          </a:bodyPr>
          <a:lstStyle/>
          <a:p>
            <a:pPr algn="ctr"/>
            <a:r>
              <a:rPr lang="sk-SK" sz="3200" b="1" dirty="0"/>
              <a:t>Brno </a:t>
            </a:r>
            <a:r>
              <a:rPr lang="sk-SK" sz="3200" b="1" dirty="0" err="1"/>
              <a:t>Student</a:t>
            </a:r>
            <a:r>
              <a:rPr lang="sk-SK" sz="3200" b="1" dirty="0"/>
              <a:t> </a:t>
            </a:r>
            <a:r>
              <a:rPr lang="sk-SK" sz="3200" b="1" dirty="0" err="1"/>
              <a:t>Engineering</a:t>
            </a:r>
            <a:r>
              <a:rPr lang="sk-SK" sz="3200" b="1" dirty="0"/>
              <a:t> </a:t>
            </a:r>
            <a:r>
              <a:rPr lang="sk-SK" sz="3200" b="1" dirty="0" err="1"/>
              <a:t>Competition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</a:t>
            </a:r>
            <a:r>
              <a:rPr lang="en-US" sz="3200" b="1" dirty="0" err="1"/>
              <a:t>Analyse</a:t>
            </a:r>
            <a:r>
              <a:rPr lang="en-US" sz="3200" b="1" dirty="0"/>
              <a:t> it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Full House - </a:t>
            </a:r>
            <a:r>
              <a:rPr lang="en-US" sz="3200" b="1" dirty="0" err="1"/>
              <a:t>MedicApp</a:t>
            </a:r>
            <a:br>
              <a:rPr lang="sk-SK" sz="3200" b="1" dirty="0"/>
            </a:br>
            <a:endParaRPr lang="sk-SK" sz="32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7B04DDA-E424-7B92-929D-F7DDDF084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>
            <a:normAutofit/>
          </a:bodyPr>
          <a:lstStyle/>
          <a:p>
            <a:r>
              <a:rPr lang="en-US" dirty="0"/>
              <a:t>Šimon Binder, David Gregora, Jozef Lovíšek, Andrej </a:t>
            </a:r>
            <a:r>
              <a:rPr lang="en-US" dirty="0" err="1"/>
              <a:t>Pecník</a:t>
            </a:r>
            <a:endParaRPr lang="sk-SK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F0923DAC-5683-EAFC-49D4-26FE1019F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152" y="2866227"/>
            <a:ext cx="2411217" cy="111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4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D9EC557-4905-4D9B-206A-D8800184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" y="1298448"/>
            <a:ext cx="4171221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spc="-100" dirty="0" err="1"/>
              <a:t>Funkcionalita</a:t>
            </a:r>
            <a:r>
              <a:rPr lang="en-US" sz="4400" spc="-100" dirty="0"/>
              <a:t> a </a:t>
            </a:r>
            <a:r>
              <a:rPr lang="en-US" sz="4400" spc="-100" dirty="0" err="1"/>
              <a:t>používateľské</a:t>
            </a:r>
            <a:r>
              <a:rPr lang="en-US" sz="4400" spc="-100" dirty="0"/>
              <a:t> </a:t>
            </a:r>
            <a:r>
              <a:rPr lang="en-US" sz="4400" spc="-100" dirty="0" err="1"/>
              <a:t>rozhranie</a:t>
            </a:r>
            <a:endParaRPr lang="en-US" sz="4400" spc="-100" dirty="0"/>
          </a:p>
        </p:txBody>
      </p:sp>
      <p:pic>
        <p:nvPicPr>
          <p:cNvPr id="5" name="Zástupný objekt pre obsah 4" descr="Obrázok, na ktorom je kruh, symbol, kreslený obrázok, dizajn&#10;&#10;Obsah vygenerovaný pomocou AI môže byť nesprávny.">
            <a:hlinkClick r:id="rId2"/>
            <a:extLst>
              <a:ext uri="{FF2B5EF4-FFF2-40B4-BE49-F238E27FC236}">
                <a16:creationId xmlns:a16="http://schemas.microsoft.com/office/drawing/2014/main" id="{C596250D-6494-DDDB-5033-0F3978FF0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70" r="-1" b="7610"/>
          <a:stretch>
            <a:fillRect/>
          </a:stretch>
        </p:blipFill>
        <p:spPr>
          <a:xfrm>
            <a:off x="5120640" y="759599"/>
            <a:ext cx="6367271" cy="53306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0785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 descr="Obrázok, na ktorom je text, diagram, snímka obrazovky, rad&#10;&#10;Obsah vygenerovaný pomocou AI môže byť nesprávny.">
            <a:extLst>
              <a:ext uri="{FF2B5EF4-FFF2-40B4-BE49-F238E27FC236}">
                <a16:creationId xmlns:a16="http://schemas.microsoft.com/office/drawing/2014/main" id="{2000ECE3-8FFD-894B-0826-03257307C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82" y="1489062"/>
            <a:ext cx="10777435" cy="387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3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092667F7-37B8-48B9-98CB-ED2F8049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Použité</a:t>
            </a:r>
            <a:r>
              <a:rPr lang="en-US" sz="4400" dirty="0"/>
              <a:t> </a:t>
            </a:r>
            <a:r>
              <a:rPr lang="en-US" sz="4400" dirty="0" err="1"/>
              <a:t>technológie</a:t>
            </a:r>
            <a:endParaRPr lang="sk-SK" sz="4400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C5663E17-8807-5EBA-FAA3-78B8F3A1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868" y="1875282"/>
            <a:ext cx="7469292" cy="3098292"/>
          </a:xfrm>
        </p:spPr>
        <p:txBody>
          <a:bodyPr numCol="2" spcCol="1800000">
            <a:normAutofit/>
          </a:bodyPr>
          <a:lstStyle/>
          <a:p>
            <a:r>
              <a:rPr lang="en-US" sz="3600" dirty="0"/>
              <a:t>Backend</a:t>
            </a:r>
          </a:p>
          <a:p>
            <a:pPr lvl="1"/>
            <a:r>
              <a:rPr lang="en-US" sz="3200" dirty="0"/>
              <a:t>Python</a:t>
            </a:r>
          </a:p>
          <a:p>
            <a:pPr lvl="1"/>
            <a:r>
              <a:rPr lang="en-US" sz="3200" dirty="0"/>
              <a:t>Flask</a:t>
            </a:r>
          </a:p>
          <a:p>
            <a:pPr lvl="1"/>
            <a:r>
              <a:rPr lang="en-US" sz="3200" dirty="0"/>
              <a:t>SQLite </a:t>
            </a:r>
            <a:r>
              <a:rPr lang="en-US" sz="3200" dirty="0" err="1"/>
              <a:t>Databáza</a:t>
            </a:r>
            <a:endParaRPr lang="en-US" sz="3200" dirty="0"/>
          </a:p>
          <a:p>
            <a:pPr lvl="1"/>
            <a:r>
              <a:rPr lang="en-US" sz="3200" dirty="0"/>
              <a:t>Vertex AI</a:t>
            </a:r>
          </a:p>
          <a:p>
            <a:r>
              <a:rPr lang="en-US" sz="3600" dirty="0"/>
              <a:t>Frontend</a:t>
            </a:r>
          </a:p>
          <a:p>
            <a:pPr lvl="1"/>
            <a:r>
              <a:rPr lang="en-US" sz="3200" dirty="0"/>
              <a:t>HTML</a:t>
            </a:r>
          </a:p>
          <a:p>
            <a:pPr lvl="1"/>
            <a:r>
              <a:rPr lang="en-US" sz="3200" dirty="0"/>
              <a:t>CSS</a:t>
            </a:r>
          </a:p>
          <a:p>
            <a:pPr lvl="1"/>
            <a:r>
              <a:rPr lang="en-US" sz="3200" dirty="0"/>
              <a:t>JavaScript</a:t>
            </a:r>
          </a:p>
          <a:p>
            <a:pPr lvl="1"/>
            <a:r>
              <a:rPr lang="en-US" sz="3200" dirty="0"/>
              <a:t>Leaflet.js</a:t>
            </a:r>
          </a:p>
        </p:txBody>
      </p:sp>
    </p:spTree>
    <p:extLst>
      <p:ext uri="{BB962C8B-B14F-4D97-AF65-F5344CB8AC3E}">
        <p14:creationId xmlns:p14="http://schemas.microsoft.com/office/powerpoint/2010/main" val="195863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35F59-23E7-0FFC-D3EC-6066DDB95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45176-0CD1-4EE4-9063-A071470E3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B35F32-8C3E-4AF2-A037-2D00C4CF1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8898523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D545758-C725-FC8F-9E37-436E4052E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1298448"/>
            <a:ext cx="8465573" cy="2685172"/>
          </a:xfrm>
        </p:spPr>
        <p:txBody>
          <a:bodyPr>
            <a:normAutofit/>
          </a:bodyPr>
          <a:lstStyle/>
          <a:p>
            <a:r>
              <a:rPr lang="en-US" b="1" dirty="0" err="1"/>
              <a:t>Ďakujeme</a:t>
            </a:r>
            <a:r>
              <a:rPr lang="en-US" b="1" dirty="0"/>
              <a:t> za </a:t>
            </a:r>
            <a:r>
              <a:rPr lang="en-US" b="1" dirty="0" err="1"/>
              <a:t>pozornosť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133DBEB-0A93-7EC8-9AF5-ADEB1037D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>
            <a:normAutofit/>
          </a:bodyPr>
          <a:lstStyle/>
          <a:p>
            <a:endParaRPr lang="sk-SK" dirty="0"/>
          </a:p>
        </p:txBody>
      </p:sp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B9575966-F58D-A1A2-C8FA-38710A391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152" y="2866227"/>
            <a:ext cx="2411217" cy="111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84576"/>
      </p:ext>
    </p:extLst>
  </p:cSld>
  <p:clrMapOvr>
    <a:masterClrMapping/>
  </p:clrMapOvr>
</p:sld>
</file>

<file path=ppt/theme/theme1.xml><?xml version="1.0" encoding="utf-8"?>
<a:theme xmlns:a="http://schemas.openxmlformats.org/drawingml/2006/main" name="Rám">
  <a:themeElements>
    <a:clrScheme name="Rám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Rám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ám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51</Words>
  <Application>Microsoft Office PowerPoint</Application>
  <PresentationFormat>Širokouhlá</PresentationFormat>
  <Paragraphs>15</Paragraphs>
  <Slides>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</vt:i4>
      </vt:variant>
    </vt:vector>
  </HeadingPairs>
  <TitlesOfParts>
    <vt:vector size="9" baseType="lpstr">
      <vt:lpstr>Arial</vt:lpstr>
      <vt:lpstr>Corbel</vt:lpstr>
      <vt:lpstr>Wingdings 2</vt:lpstr>
      <vt:lpstr>Rám</vt:lpstr>
      <vt:lpstr>Brno Student Engineering Competition   Analyse it  Full House - MedicApp </vt:lpstr>
      <vt:lpstr>Funkcionalita a používateľské rozhranie</vt:lpstr>
      <vt:lpstr>Prezentácia programu PowerPoint</vt:lpstr>
      <vt:lpstr>Použité technológie</vt:lpstr>
      <vt:lpstr>Ďakujeme za pozornosť.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Binder Šimon (257085)</dc:creator>
  <cp:lastModifiedBy>Binder Šimon (257085)</cp:lastModifiedBy>
  <cp:revision>1</cp:revision>
  <dcterms:created xsi:type="dcterms:W3CDTF">2026-02-26T18:53:09Z</dcterms:created>
  <dcterms:modified xsi:type="dcterms:W3CDTF">2026-02-26T19:41:36Z</dcterms:modified>
</cp:coreProperties>
</file>